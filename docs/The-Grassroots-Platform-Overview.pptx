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19"/>
    <p:sldId id="261" r:id="rId7"/>
    <p:sldId id="262" r:id="rId8"/>
    <p:sldId id="263" r:id="rId9"/>
    <p:sldId id="264" r:id="rId10"/>
    <p:sldId id="269" r:id="rId2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7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19" Type="http://schemas.openxmlformats.org/officeDocument/2006/relationships/slide" Target="slides/slide13.xml"/>
  <Relationship Id="rId20" Type="http://schemas.openxmlformats.org/officeDocument/2006/relationships/slide" Target="slides/slide14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31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promise, not the product. Then say the sample-data line out loud before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their pain in their words. No product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idea of the platform in one slide. Pause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1B6FC2">
              <a:alpha val="18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108960"/>
            <a:ext cx="3840480" cy="3840480"/>
          </a:xfrm>
          <a:prstGeom prst="ellipse">
            <a:avLst/>
          </a:prstGeom>
          <a:solidFill>
            <a:srgbClr val="1B6FC2">
              <a:alpha val="12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3E8BD9">
              <a:alpha val="10000"/>
            </a:srgbClr>
          </a:solidFill>
          <a:ln w="12700">
            <a:solidFill>
              <a:srgbClr val="3E8B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777240"/>
            <a:ext cx="685800" cy="68580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6" name="Image 0" descr="C:\Users\shamo\AppData\Local\Temp\claude\C--Users-shamo-OneDrive---United-Nations-UN-DCO-10---Innovation-Sanbox-The-Grassroots\0eee3bdb-6389-4071-99a7-070b782b3283\scratchpad\iconpng\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955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9C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GRASSROOTS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7373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 changes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ground.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programme, every project, every community you serve — on one live map, with a clear answer to the only question that matters: is it working?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" y="521208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pic>
        <p:nvPicPr>
          <p:cNvPr id="11" name="Image 1" descr="C:\Users\shamo\AppData\Local\Temp\claude\C--Users-shamo-OneDrive---United-Nations-UN-DCO-10---Innovation-Sanbox-The-Grassroots\0eee3bdb-6389-4071-99a7-070b782b3283\scratchpad\iconpng\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6811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3035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demonstration — with sample data.  </a:t>
            </a: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inside is invented, created only to show how the platform works. Nothing reports on real programmes.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95360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thegrassroots.github.io/platform</a:t>
            </a:r>
            <a:endParaRPr lang="en-US" sz="1300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WE ALL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 happens in villages.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picture arrives a year later.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 community and a headquarters sit spreadsheets, email chains and reporting templates. By the time the annual report is assembled, the moment to act has passed.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3154680" cy="3063240"/>
          </a:xfrm>
          <a:prstGeom prst="roundRect">
            <a:avLst>
              <a:gd name="adj" fmla="val 2985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336499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\Users\shamo\AppData\Local\Temp\claude\C--Users-shamo-OneDrive---United-Nations-UN-DCO-10---Innovation-Sanbox-The-Grassroots\0eee3bdb-6389-4071-99a7-070b782b3283\scratchpad\iconpng\binocul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84" y="353616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4206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 fly blind between reports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8408" y="4937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about money and people get made months before the evidence arrives to support them.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3063240"/>
            <a:ext cx="3154680" cy="3063240"/>
          </a:xfrm>
          <a:prstGeom prst="roundRect">
            <a:avLst>
              <a:gd name="adj" fmla="val 2985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18888" y="336499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C:\Users\shamo\AppData\Local\Temp\claude\C--Users-shamo-OneDrive---United-Nations-UN-DCO-10---Innovation-Sanbox-The-Grassroots\0eee3bdb-6389-4071-99a7-070b782b3283\scratchpad\iconpng\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0064" y="353616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8888" y="4206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drown in reporting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818888" y="4937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spend their evenings compiling spreadsheets instead of serving communities. Every funder wants a different format.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66760" y="3063240"/>
            <a:ext cx="3154680" cy="3063240"/>
          </a:xfrm>
          <a:prstGeom prst="roundRect">
            <a:avLst>
              <a:gd name="adj" fmla="val 2985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59368" y="336499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C:\Users\shamo\AppData\Local\Temp\claude\C--Users-shamo-OneDrive---United-Nations-UN-DCO-10---Innovation-Sanbox-The-Grassroots\0eee3bdb-6389-4071-99a7-070b782b3283\scratchpad\iconpng\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0544" y="353616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9368" y="4206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news travels; bad news hides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659368" y="4937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progress is typed into a report by hand, trouble stays invisible until it is too late to fix cheaply.</a:t>
            </a:r>
            <a:endParaRPr lang="en-US" sz="125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645920"/>
            <a:ext cx="5029200" cy="5029200"/>
          </a:xfrm>
          <a:prstGeom prst="ellipse">
            <a:avLst/>
          </a:prstGeom>
          <a:solidFill>
            <a:srgbClr val="1B6FC2">
              <a:alpha val="15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B6FC2">
              <a:alpha val="14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INSTEAD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living picture of everything 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village to the national plan.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worker records one activity: what happened, where, who benefited. That is the last time anyone touches it. From there, the platform itself moves the numbers — through the project, the programme and the plan.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7764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village activity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73552" y="3977640"/>
            <a:ext cx="265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38728" y="397764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397764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265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91656" y="397764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397764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country programme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79408" y="3977640"/>
            <a:ext cx="265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244584" y="3977640"/>
            <a:ext cx="2578608" cy="960120"/>
          </a:xfrm>
          <a:prstGeom prst="roundRect">
            <a:avLst>
              <a:gd name="adj" fmla="val 9524"/>
            </a:avLst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44584" y="397764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53492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once.  Counted everywhere.  Instantly.</a:t>
            </a:r>
            <a:endParaRPr lang="en-US" sz="2200"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PORTFOLIO,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operation on one screen</a:t>
            </a:r>
            <a:endParaRPr lang="en-US" sz="3600" dirty="0"/>
          </a:p>
        </p:txBody>
      </p:sp>
      <p:pic>
        <p:nvPicPr>
          <p:cNvPr id="4" name="Image 0" descr="C:\Users\shamo\OneDrive - United Nations\UN-DCO\10 — Innovation Sanbox\The Grassroots\docs\screenshots\02-map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7452360" cy="4654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9525">
            <a:solidFill>
              <a:srgbClr val="E8CD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8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366760" y="1783080"/>
            <a:ext cx="566928" cy="566928"/>
          </a:xfrm>
          <a:prstGeom prst="ellipse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pic>
        <p:nvPicPr>
          <p:cNvPr id="8" name="Image 1" descr="C:\Users\shamo\AppData\Local\Temp\claude\C--Users-shamo-OneDrive---United-Nations-UN-DCO-10---Innovation-Sanbox-The-Grassroots\0eee3bdb-6389-4071-99a7-070b782b3283\scratchpad\iconpng\globe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161" y="193048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1709928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country, every project, every activity — placed where it really happened.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366760" y="3264408"/>
            <a:ext cx="566928" cy="566928"/>
          </a:xfrm>
          <a:prstGeom prst="ellipse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pic>
        <p:nvPicPr>
          <p:cNvPr id="11" name="Image 2" descr="C:\Users\shamo\AppData\Local\Temp\claude\C--Users-shamo-OneDrive---United-Nations-UN-DCO-10---Innovation-Sanbox-The-Grassroots\0eee3bdb-6389-4071-99a7-070b782b3283\scratchpad\iconpng\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161" y="3411809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98280" y="3191256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tell you health at a glance: green on track, amber at risk, red off track.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366760" y="4745736"/>
            <a:ext cx="566928" cy="566928"/>
          </a:xfrm>
          <a:prstGeom prst="ellipse">
            <a:avLst/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pic>
        <p:nvPicPr>
          <p:cNvPr id="14" name="Image 3" descr="C:\Users\shamo\AppData\Local\Temp\claude\C--Users-shamo-OneDrive---United-Nations-UN-DCO-10---Innovation-Sanbox-The-Grassroots\0eee3bdb-6389-4071-99a7-070b782b3283\scratchpad\iconpng\binocul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161" y="48931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98280" y="467258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— one region, one funder, one theme — and the whole screen answers.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85800" y="6355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the geography is real, the projects are invented.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CHANGES MEETINGS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lights nobody can argue with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reports, someone chooses the colour. Here, no one does. The platform compares what was promised with what was delivered — and with how much time has passed — and awards the colour itself.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8803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Ahead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78408" y="3913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target already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8728" y="2606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31336" y="28803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track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831336" y="3913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deliver on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91656" y="2606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84264" y="28803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4264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84264" y="3913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— act now, cheaply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44584" y="2606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37192" y="28803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37192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track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537192" y="39136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intervention today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10817352" cy="1234440"/>
          </a:xfrm>
          <a:prstGeom prst="roundRect">
            <a:avLst>
              <a:gd name="adj" fmla="val 7407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22" name="Image 0" descr="C:\Users\shamo\AppData\Local\Temp\claude\C--Users-shamo-OneDrive---United-Nations-UN-DCO-10---Innovation-Sanbox-The-Grassroots\0eee3bdb-6389-4071-99a7-070b782b3283\scratchpad\iconpng\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25780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00200" y="50292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is part of the answer.  </a:t>
            </a:r>
            <a:r>
              <a:rPr lang="en-US" sz="13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through the year with a quarter of the target delivered is not "25% done" — it is a warning. The platform sees that on its own, months before a written report would say it.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money, on the same page</a:t>
            </a:r>
            <a:endParaRPr lang="en-US" sz="3600" dirty="0"/>
          </a:p>
        </p:txBody>
      </p:sp>
      <p:pic>
        <p:nvPicPr>
          <p:cNvPr id="4" name="Image 0" descr="C:\Users\shamo\OneDrive - United Nations\UN-DCO\10 — Innovation Sanbox\The Grassroots\docs\screenshots\07-project-primary-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00200"/>
            <a:ext cx="681228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0976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9525">
            <a:solidFill>
              <a:srgbClr val="E8CD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0976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8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shows its funder, its budget, its dates — and the results it signed up to deliver.
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funder asks "what did our contribution achieve?", the answer is already on screen: their projects, their communities, their outcomes — filtered in one click.
No scrambling before the donor meeting. No reconciling three spreadsheets that disagree.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5623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6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for money stops being a slogan when you can see it.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572000" cy="4572000"/>
          </a:xfrm>
          <a:prstGeom prst="ellipse">
            <a:avLst/>
          </a:prstGeom>
          <a:solidFill>
            <a:srgbClr val="1B6FC2">
              <a:alpha val="15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3E8BD9">
              <a:alpha val="12000"/>
            </a:srgbClr>
          </a:solidFill>
          <a:ln w="12700">
            <a:solidFill>
              <a:srgbClr val="3E8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 THE PEOPLE DOING THE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that takes minutes,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evenings.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3154680"/>
            <a:ext cx="640080" cy="64008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8" name="Image 0" descr="C:\Users\shamo\AppData\Local\Temp\claude\C--Users-shamo-OneDrive---United-Nations-UN-DCO-10---Innovation-Sanbox-The-Grassroots\0eee3bdb-6389-4071-99a7-070b782b3283\scratchpad\iconpng\check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9" y="33211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happened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78408" y="43159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result it counts toward and enter the number.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98264" y="28803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90872" y="3154680"/>
            <a:ext cx="640080" cy="64008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13" name="Image 1" descr="C:\Users\shamo\AppData\Local\Temp\claude\C--Users-shamo-OneDrive---United-Nations-UN-DCO-10---Innovation-Sanbox-The-Grassroots\0eee3bdb-6389-4071-99a7-070b782b3283\scratchpad\iconpng\pin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293" y="33211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where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90872" y="43159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typing a town or village — the platform finds the real place and pins it on the map.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0728" y="28803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3336" y="3154680"/>
            <a:ext cx="640080" cy="64008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18" name="Image 2" descr="C:\Users\shamo\AppData\Local\Temp\claude\C--Users-shamo-OneDrive---United-Nations-UN-DCO-10---Innovation-Sanbox-The-Grassroots\0eee3bdb-6389-4071-99a7-070b782b3283\scratchpad\iconpng\users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57" y="33211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3336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who benefited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03336" y="43159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children, persons with disabilities, refugees — counted at the moment of reporting, not estimated later.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the entire job. Everything above it — every total, every chart, every traffic light — updates by itself.</a:t>
            </a:r>
            <a:endParaRPr lang="en-US" sz="1600" dirty="0"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NO ONE BEHIND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how many — who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records the people it reached, broken down the way your commitments are written: by gender, by age, by disability, by displacement. So "inclusive" becomes a number you can stand behind, not an adjective.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926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\Users\shamo\AppData\Local\Temp\claude\C--Users-shamo-OneDrive---United-Nations-UN-DCO-10---Innovation-Sanbox-The-Grassroots\0eee3bdb-6389-4071-99a7-070b782b3283\scratchpad\iconpng\fe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675" y="31162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&amp; girls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538728" y="269748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07408" y="2926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C:\Users\shamo\AppData\Local\Temp\claude\C--Users-shamo-OneDrive---United-Nations-UN-DCO-10---Innovation-Sanbox-The-Grassroots\0eee3bdb-6389-4071-99a7-070b782b3283\scratchpad\iconpng\chi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603" y="3116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 &amp; youth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91656" y="269748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60336" y="2926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C:\Users\shamo\AppData\Local\Temp\claude\C--Users-shamo-OneDrive---United-Nations-UN-DCO-10---Innovation-Sanbox-The-Grassroots\0eee3bdb-6389-4071-99a7-070b782b3283\scratchpad\iconpng\wheelcha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531" y="311627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28816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Persons with disabilities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244584" y="269748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113264" y="29260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C:\Users\shamo\AppData\Local\Temp\claude\C--Users-shamo-OneDrive---United-Nations-UN-DCO-10---Innovation-Sanbox-The-Grassroots\0eee3bdb-6389-4071-99a7-070b782b3283\scratchpad\iconpng\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3459" y="311627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81744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Refugees, IDPs &amp; host communities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85800" y="4800600"/>
            <a:ext cx="10817352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 w="9525">
            <a:solidFill>
              <a:srgbClr val="E8CD93"/>
            </a:solidFill>
            <a:prstDash val="solid"/>
          </a:ln>
        </p:spPr>
      </p:sp>
      <p:pic>
        <p:nvPicPr>
          <p:cNvPr id="22" name="Image 4" descr="C:\Users\shamo\AppData\Local\Temp\claude\C--Users-shamo-OneDrive---United-Nations-UN-DCO-10---Innovation-Sanbox-The-Grassroots\0eee3bdb-6389-4071-99a7-070b782b3283\scratchpad\iconpng\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18464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956048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hard question in one click:  </a:t>
            </a: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only what reached persons with disabilities in the north-east last quarter." The map, the numbers and the charts all answer together — in the meeting, not a month after it.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BOARDROOM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Briefing-ready answers, on demand</a:t>
            </a:r>
            <a:endParaRPr lang="en-US" sz="3600" dirty="0"/>
          </a:p>
        </p:txBody>
      </p:sp>
      <p:pic>
        <p:nvPicPr>
          <p:cNvPr id="4" name="Image 0" descr="C:\Users\shamo\OneDrive - United Nations\UN-DCO\10 — Innovation Sanbox\The Grassroots\docs\screenshots\05-ins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7452360" cy="46542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783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4DC"/>
          </a:solidFill>
          <a:ln w="9525">
            <a:solidFill>
              <a:srgbClr val="E8CD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A87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66760" y="1783080"/>
            <a:ext cx="3246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is delivering? Which funder's portfolio is struggling? Which goal is falling behind?
</a:t>
            </a: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is a single click — a live chart drawn from the same numbers the field reported, not a slide assembled the night before.
When the minister, the board or the donor asks a follow-up, you answer it in the room.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YOUR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procurement. No installation. No training week.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opens like a web page, because it is one. If someone on your team can use a browser, they can use this — today.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468880" cy="3063240"/>
          </a:xfrm>
          <a:prstGeom prst="roundRect">
            <a:avLst>
              <a:gd name="adj" fmla="val 3704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788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\Users\shamo\AppData\Local\Temp\claude\C--Users-shamo-OneDrive---United-Nations-UN-DCO-10---Innovation-Sanbox-The-Grassroots\0eee3bdb-6389-4071-99a7-070b782b3283\scratchpad\iconpng\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9" y="29553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3611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 in a browser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78408" y="43434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computer. Nothing to install, nothing for IT to approve.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38728" y="2514600"/>
            <a:ext cx="2468880" cy="3063240"/>
          </a:xfrm>
          <a:prstGeom prst="roundRect">
            <a:avLst>
              <a:gd name="adj" fmla="val 3704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31336" y="2788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C:\Users\shamo\AppData\Local\Temp\claude\C--Users-shamo-OneDrive---United-Nations-UN-DCO-10---Innovation-Sanbox-The-Grassroots\0eee3bdb-6389-4071-99a7-070b782b3283\scratchpad\iconpng\rocket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757" y="29553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31336" y="3611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in seconds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831336" y="43434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address, sign in, and the whole demonstration portfolio is in front of you.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91656" y="2514600"/>
            <a:ext cx="2468880" cy="3063240"/>
          </a:xfrm>
          <a:prstGeom prst="roundRect">
            <a:avLst>
              <a:gd name="adj" fmla="val 3704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84264" y="2788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C:\Users\shamo\AppData\Local\Temp\claude\C--Users-shamo-OneDrive---United-Nations-UN-DCO-10---Innovation-Sanbox-The-Grassroots\0eee3bdb-6389-4071-99a7-070b782b3283\scratchpad\iconpng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0685" y="29553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3611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684264" y="43434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enter lives with you — it is not shipped off to someone else's system.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244584" y="2514600"/>
            <a:ext cx="2468880" cy="3063240"/>
          </a:xfrm>
          <a:prstGeom prst="roundRect">
            <a:avLst>
              <a:gd name="adj" fmla="val 3704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37192" y="27889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C:\Users\shamo\AppData\Local\Temp\claude\C--Users-shamo-OneDrive---United-Nations-UN-DCO-10---Innovation-Sanbox-The-Grassroots\0eee3bdb-6389-4071-99a7-070b782b3283\scratchpad\iconpng\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3" y="29553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37192" y="36118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 from the first minute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537192" y="43434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map, filters and traffic lights. If you have used a travel website, you already know how.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6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the same in a ministry in the capital and an office two hours from the nearest paved road.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STANDS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are looking at — plainly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0574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\Users\shamo\AppData\Local\Temp\claude\C--Users-shamo-OneDrive---United-Nations-UN-DCO-10---Innovation-Sanbox-The-Grassroots\0eee3bdb-6389-4071-99a7-070b782b3283\scratchpad\iconpng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2" y="22119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6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and working now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map, the traffic lights, the reporting flow and the charts all work — this is a live system, not a mock-up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with a full sample portfolio: two national plans, 56 countries, hundreds of projects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anyone, on any browser, right now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4DC"/>
          </a:solidFill>
          <a:ln w="9525">
            <a:solidFill>
              <a:srgbClr val="E8CD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20574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C:\Users\shamo\AppData\Local\Temp\claude\C--Users-shamo-OneDrive---United-Nations-UN-DCO-10---Innovation-Sanbox-The-Grassroots\0eee3bdb-6389-4071-99a7-070b782b3283\scratchpad\iconpng\bolt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87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the rest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92240" y="28346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inside is sample data — invented to demonstrate the functions, never a report on real work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 is a demonstration for one user at a time; connecting whole teams is the next step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5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for offline field areas is on the horizon, not in hand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would rather you hear the limits from us than discover them yourselves.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1B6FC2">
              <a:alpha val="17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3E8BD9">
              <a:alpha val="12000"/>
            </a:srgbClr>
          </a:solidFill>
          <a:ln w="12700">
            <a:solidFill>
              <a:srgbClr val="3E8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FOR YOURSELF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the demo says more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any presentation.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on your own screen. Filter to one country. Click a village. Watch the whole picture answer.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6035040" cy="1554480"/>
          </a:xfrm>
          <a:prstGeom prst="roundRect">
            <a:avLst>
              <a:gd name="adj" fmla="val 5882"/>
            </a:avLst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840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thegrassroots.github.io/platform
</a:t>
            </a:r>
            <a:r>
              <a:rPr lang="en-US" sz="14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in:  demo  /  demo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995160" y="3657600"/>
            <a:ext cx="4572000" cy="1554480"/>
          </a:xfrm>
          <a:prstGeom prst="roundRect">
            <a:avLst>
              <a:gd name="adj" fmla="val 5882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38404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
</a:t>
            </a: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grassrootstrack@outlook.com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remember as you explore: the portfolio inside is sample data, invented to show you the functions.</a:t>
            </a:r>
            <a:endParaRPr lang="en-US" sz="1300" dirty="0"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reca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6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 FUNDER 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will we land when the plan ends?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 say how things stand today. The Forecast goes further: it reads the pace of every indicator — how fast the numbers have actually moved, month by month — and projects it to the end of the plan. Not one guess: three honest scenarios, redrawn every time the field reports.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88036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case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78408" y="391363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land if delivery holds its strongest recent pace to the 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26060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8803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90872" y="391363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pace actually lands — the number to plan around.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0728" y="26060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EAF3FC"/>
          </a:solidFill>
          <a:ln w="9525">
            <a:solidFill>
              <a:srgbClr val="CFE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3336" y="28803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Worst case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03336" y="391363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pace slips — a warning delivered early, not a surprise delivered late.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892040"/>
            <a:ext cx="10817352" cy="1234440"/>
          </a:xfrm>
          <a:prstGeom prst="roundRect">
            <a:avLst>
              <a:gd name="adj" fmla="val 7407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18" name="Image 0" descr="bo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25780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50292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leads the page.  </a:t>
            </a:r>
            <a:r>
              <a:rPr lang="en-US" sz="13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most likely to be missed sits at the top — with months still on the clock and budget still in hand. And the Forecast is honest about itself: where reporting history is thin, it says its confidence is low rather than pretending to certainty.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munication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572000" cy="4572000"/>
          </a:xfrm>
          <a:prstGeom prst="ellipse">
            <a:avLst/>
          </a:prstGeom>
          <a:solidFill>
            <a:srgbClr val="1B6FC2">
              <a:alpha val="15000"/>
            </a:srgbClr>
          </a:solidFill>
          <a:ln w="12700">
            <a:solidFill>
              <a:srgbClr val="1B6F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3E8BD9">
              <a:alpha val="12000"/>
            </a:srgbClr>
          </a:solidFill>
          <a:ln w="12700">
            <a:solidFill>
              <a:srgbClr val="3E8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REPORTS DELIVER THEMSELVES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lead receives their report —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written, attached and sent.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3154680"/>
            <a:ext cx="640080" cy="64008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8" name="Image 0" descr="chec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9" y="33211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the platform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78408" y="43159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month, a results report for every plan, project, funder, region and country — drawn from the same live numbers as the map.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98264" y="28803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90872" y="3154680"/>
            <a:ext cx="640080" cy="64008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13" name="Image 1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293" y="33211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rides along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90872" y="43159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brief projects every target to the end of the plan — best, realistic, worst — and says what to do now to stay on track.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0728" y="28803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6395F"/>
          </a:solidFill>
          <a:ln w="12700">
            <a:solidFill>
              <a:srgbClr val="1639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3336" y="3154680"/>
            <a:ext cx="640080" cy="640080"/>
          </a:xfrm>
          <a:prstGeom prst="ellipse">
            <a:avLst/>
          </a:prstGeom>
          <a:solidFill>
            <a:srgbClr val="1B6FC2"/>
          </a:solidFill>
          <a:ln w="12700">
            <a:solidFill>
              <a:srgbClr val="1B6FC2"/>
            </a:solidFill>
            <a:prstDash val="solid"/>
          </a:ln>
        </p:spPr>
      </p:sp>
      <p:pic>
        <p:nvPicPr>
          <p:cNvPr id="18" name="Image 2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57" y="33211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3336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 to the right person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03336" y="431596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scope has a named lead. One click, and each lead receives a personal email with their two PDFs attached.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compiling, no chasing, no formatting — the monthly reporting round that used to eat a week is over in a minute.</a:t>
            </a:r>
            <a:endParaRPr lang="en-US" sz="1600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</Words>
  <Application>Microsoft Office PowerPoint</Application>
  <PresentationFormat>Widescreen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Grassroots — See what changes on the ground</dc:title>
  <dc:subject>PptxGenJS Presentation</dc:subject>
  <dc:creator>The Grassroots</dc:creator>
  <cp:lastModifiedBy>Aladdin Shamoug</cp:lastModifiedBy>
  <cp:revision>1</cp:revision>
  <dcterms:created xsi:type="dcterms:W3CDTF">2026-07-16T20:57:48Z</dcterms:created>
  <dcterms:modified xsi:type="dcterms:W3CDTF">2026-07-16T21:04:19Z</dcterms:modified>
</cp:coreProperties>
</file>